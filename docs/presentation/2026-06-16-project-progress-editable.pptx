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供应商风险分析智能体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项目进展汇报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汇报日期：2026年6月16日    |    版本：v0.3.0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面向企业采购与供应链管理的 AI 驱动风险分析平台，提供从数据采集、风险评估到智能决策的全链路能力。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274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维度企业风险评分（财务/司法/经营/ESG）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实时舆情监控与情感分析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供应链风险传染图谱可视化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智能对话（ReAct / Plan-Execute / 多 Agent）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54864" cy="274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扩展能力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3317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风险预警与早期信号预测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宏观经济风险叠加（PMI、制裁筛查）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场景模拟（破产、供应中断）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知识库检索增强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566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TypeScript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Query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数据获取与缓存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路由与深链接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 3 + ReactFlow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图表与图谱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样式系统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54864" cy="3566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Pydantic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主数据库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缓存与任务队列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对话与分析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向量知识库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容器化部署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功能模块完成度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5156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22860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风险看板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关系图谱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企业风险评估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ESG 评估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宏观风险分析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舆情监控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智能对话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54D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用户认证与权限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近一周优化升级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Query  ·  React Router  ·  Bug 修复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前端架构升级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Query 数据层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个组件各自手写数据获取，无缓存、无去重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Query 统一数据获取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 缓存 + 自动去重 + 后台刷新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个共享 Hooks 集中管理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驱动缓存失效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Router 路由层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 tab + localStorage，无深链接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Router v7，8 个路由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+ AuthGuard 组件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深链接（如 /assess/海康威视）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浏览器前进/后退正常工作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修复 &amp; 功能调整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风险矩阵点位置错误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MongoDB 聚合查询返回告警数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告警中心页面崩溃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后端返回包装对象，前端 select 提取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SSE 解析事件错位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currentEvent 移到循环外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风险矩阵 tooltip 体验差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固定底部改为鼠标跟随浮窗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智能对话格式错误重试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正则 JSON 提取 + 调试日志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供应商对比功能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整体移除，后端 API 保留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当前待解决问题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智能对话 JSON 格式错误重试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4D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已加调试日志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前端零测试覆盖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升级计划已制定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硬编码密码 123456（5 个文件）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升级计划已制定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CSRF 防护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4D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SameSite=Lax 部分防护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容器以 root 运行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4D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升级计划已制定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无审计日志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升级计划已制定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企业级升级计划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  ·  21 任务  ·  13-18 次会话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升级计划：安全 + 测试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阶段一：安全加固  🔴 最高优先级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外部化硬编码凭据（5 个文件）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Cookie 安全 + CORS 收紧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密码验证 + 管理员加固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非 root + 网络隔离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阶段二：后端测试  🟠 高优先级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配置 + 测试 DB 隔离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认证/风险/告警服务测试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天眼查/LLM 外部服务 Mock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阶段三：前端测试  🟠 高优先级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32004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+ Testing Library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工具函数 + 组件冒烟测试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升级计划：质量 + 运维 + 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阶段四：代码质量  🟡 中优先级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死代码清理 + TS 严格模式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设计令牌提取 + Toast 通知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 Celery/Flower 依赖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阶段五：运维改进  🟡 中优先级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结构化请求日志中间件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.dockerignore + CI 流水线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审计日志基础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整体目标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 → 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硬编码 → 🟢 全外部化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零覆盖 → 🟢 &gt;60%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死代码 → 🟢 TS strict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无 CI → 🟢 自动化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核心功能全部上线 · 前端架构现代化 · 容器化部署 · 可观测性基础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正在推进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智能对话 JSON 解析稳定性优化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 安全加固 → 测试建设 → 质量提升 → 运维完善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供应商风险分析智能体 - 项目进展汇报</dc:title>
  <dc:subject>PptxGenJS Presentation</dc:subject>
  <dc:creator>周旻昊</dc:creator>
  <cp:lastModifiedBy>周旻昊</cp:lastModifiedBy>
  <cp:revision>1</cp:revision>
  <dcterms:created xsi:type="dcterms:W3CDTF">2026-06-16T06:38:37Z</dcterms:created>
  <dcterms:modified xsi:type="dcterms:W3CDTF">2026-06-16T06:38:37Z</dcterms:modified>
</cp:coreProperties>
</file>